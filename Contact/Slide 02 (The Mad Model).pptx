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png" ContentType="image/png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</p:sldIdLst>
  <p:sldSz cx="20104100" cy="12998450"/>
  <p:notesSz cx="20104100" cy="1299845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507807" y="4029519"/>
            <a:ext cx="17088486" cy="272967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5615" y="7279132"/>
            <a:ext cx="14072870" cy="32496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1005205" y="2989643"/>
            <a:ext cx="8745284" cy="85789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10353611" y="2989643"/>
            <a:ext cx="8745284" cy="85789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05205" y="519938"/>
            <a:ext cx="18093690" cy="207975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05205" y="2989643"/>
            <a:ext cx="18093690" cy="85789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835394" y="12088559"/>
            <a:ext cx="6433312" cy="64992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1005205" y="12088559"/>
            <a:ext cx="4623943" cy="64992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4474953" y="12088559"/>
            <a:ext cx="4623943" cy="64992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20104100" cy="12995910"/>
            <a:chOff x="0" y="0"/>
            <a:chExt cx="20104100" cy="1299591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20104100" cy="1299553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58990" y="10361580"/>
              <a:ext cx="10986119" cy="943357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2026-08-04T06:56:06Z</dcterms:created>
  <dcterms:modified xsi:type="dcterms:W3CDTF">2026-08-04T06:56:06Z</dcterms:modified>
</cp:coreProperties>
</file>